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58" r:id="rId3"/>
    <p:sldId id="260" r:id="rId4"/>
    <p:sldId id="259" r:id="rId5"/>
    <p:sldId id="257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06"/>
  </p:normalViewPr>
  <p:slideViewPr>
    <p:cSldViewPr snapToGrid="0" snapToObjects="1">
      <p:cViewPr varScale="1">
        <p:scale>
          <a:sx n="102" d="100"/>
          <a:sy n="102" d="100"/>
        </p:scale>
        <p:origin x="192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3:4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3:44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10.8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0 447 24575,'0'-7'0,"0"-7"0,0-4 0,0-7 0,0-3 0,0 3 0,0-6 0,0 5 0,0-2 0,0 6 0,0 2 0,0 5 0,0-2 0,0 6 0,0-3 0,0 6 0,0-5 0,0 2 0,0-3 0,3-3 0,-2 5 0,2-5 0,-3 6 0,0-3 0,0 3 0,0 1 0,3 6 0,-2 1 0,2 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12.2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0 504 24575,'0'-11'0,"0"0"0,0-3 0,0-6 0,0 4 0,0-4 0,0 2 0,0 3 0,3-2 0,-2 3 0,2 0 0,-3 3 0,0 0 0,0 4 0,0-3 0,0-4 0,0-1 0,0-2 0,0 3 0,0-1 0,0 1 0,0 0 0,0 0 0,0-3 0,0 2 0,0-6 0,0 3 0,0 0 0,0 1 0,0 3 0,0-1 0,0 1 0,0 3 0,0 1 0,0 6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13.7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15 496 24575,'0'-7'0,"0"0"0,0-3 0,0-1 0,0-6 0,0-5 0,0-3 0,0 3 0,0-2 0,0 10 0,0-7 0,0 9 0,0-1 0,0 6 0,0-3 0,0-1 0,0-4 0,0-5 0,0-2 0,-3-6 0,2-1 0,-2 1 0,3-7 0,0 5 0,0 2 0,0 11 0,-3 10 0,2 4 0,-2 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15.2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15 417 24575,'0'-7'0,"-3"-4"0,2 0 0,-2-9 0,3-2 0,0-6 0,0-1 0,-3-5 0,2 5 0,-2-2 0,3 6 0,0 7 0,0 4 0,0 4 0,0 3 0,0 0 0,0-1 0,0 1 0,0-3 0,0-4 0,0-4 0,0 0 0,0 1 0,0 5 0,0 5 0,0 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16.6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10 276 24575,'0'-7'0,"0"-1"0,0-5 0,0-2 0,0-9 0,0-1 0,0-4 0,-4-5 0,3 4 0,-3-4 0,4 12 0,0 2 0,0 12 0,0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17.8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270 8 24575,'-7'0'0,"0"0"0,-3 0 0,-1 0 0,-4-4 0,1 4 0,-3-3 0,-1 3 0,3 0 0,2 0 0,5 0 0,1 0 0,0 0 0,-3 0 0,2 0 0,-2 0 0,3 0 0,0 0 0,-3 0 0,-5 0 0,4 0 0,-3 0 0,7 0 0,0 0 0,0 0 0,3 0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19.9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29 24575,'7'0'0,"0"0"0,1 0 0,2 0 0,1 0 0,6 0 0,1 0 0,7-4 0,-3 4 0,-1-4 0,-4 1 0,-6 3 0,3-4 0,-3 1 0,6 2 0,-2-2 0,5 0 0,-5 2 0,-1-2 0,-7 3 0,-3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21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0 482 24575,'3'-7'0,"5"0"0,-1 0 0,4 0 0,-4 0 0,0 0 0,0 0 0,0 0 0,0 0 0,0-1 0,0-2 0,0-1 0,4-3 0,-4 0 0,4 3 0,-1-2 0,1 2 0,3-4 0,-3-5 0,2 1 0,-5-5 0,6 2 0,-6 1 0,2 3 0,-6 1 0,-1 6 0,0 4 0,-2 0 0,2 3 0,0-3 0,-2 0 0,8-3 0,-4-4 0,8-4 0,-2-3 0,0-1 0,0 1 0,-7 9 0,-1 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0:36:24.0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213 426 24575,'-3'-7'0,"-1"-7"0,-6-1 0,-1-9 0,-3 2 0,3 1 0,-3 0 0,9 6 0,-4 1 0,8 1 0,-5 5 0,2-5 0,-3 2 0,0-4 0,0 1 0,0-3 0,0-1 0,-4-3 0,3-1 0,1 7 0,1 2 0,5 6 0,-2 0 0,0 3 0,2-2 0,-5 5 0,5-5 0,-2 2 0,0 0 0,2-3 0,-2 3 0,0 1 0,2-4 0,-2 3 0,0-3 0,-1 3 0,0-2 0,-2 5 0,5-5 0,-2 5 0,3-2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8" y="-1"/>
            <a:ext cx="1218882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4413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4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4413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5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4" y="722282"/>
            <a:ext cx="9827457" cy="731520"/>
          </a:xfrm>
        </p:spPr>
        <p:txBody>
          <a:bodyPr anchor="b">
            <a:normAutofit/>
          </a:bodyPr>
          <a:lstStyle>
            <a:lvl1pPr>
              <a:defRPr sz="27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673" y="2011680"/>
            <a:ext cx="11399599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613" y="1704836"/>
            <a:ext cx="11399599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295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825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2" y="-1"/>
            <a:ext cx="6094413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1003" y="4231339"/>
            <a:ext cx="7187822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18016" y="210312"/>
            <a:ext cx="1472817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2535" y="210312"/>
            <a:ext cx="218078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4730" y="210312"/>
            <a:ext cx="448688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12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9" y="1133214"/>
            <a:ext cx="11628449" cy="1825674"/>
          </a:xfrm>
        </p:spPr>
        <p:txBody>
          <a:bodyPr anchor="t"/>
          <a:lstStyle>
            <a:lvl1pPr>
              <a:defRPr sz="4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672" y="5351226"/>
            <a:ext cx="7234070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799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2"/>
            <a:ext cx="12188825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6850" y="-995462"/>
            <a:ext cx="1825034" cy="10678917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3163224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8020" y="368024"/>
            <a:ext cx="6866356" cy="6130312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8283" y="2307666"/>
            <a:ext cx="6528619" cy="257204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10"/>
            <a:ext cx="8884985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713" y="952500"/>
            <a:ext cx="8884985" cy="5636798"/>
          </a:xfrm>
        </p:spPr>
        <p:txBody>
          <a:bodyPr anchor="b">
            <a:normAutofit/>
          </a:bodyPr>
          <a:lstStyle>
            <a:lvl1pPr algn="r">
              <a:defRPr sz="7198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80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43" y="0"/>
            <a:ext cx="7598206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1" y="3409448"/>
            <a:ext cx="7607653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3820" y="-374826"/>
            <a:ext cx="6858000" cy="7607653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7585" y="418936"/>
            <a:ext cx="5518112" cy="7360016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799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33" y="1714498"/>
            <a:ext cx="4959325" cy="4722876"/>
          </a:xfrm>
        </p:spPr>
        <p:txBody>
          <a:bodyPr/>
          <a:lstStyle>
            <a:lvl1pPr>
              <a:defRPr sz="4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7308" y="210114"/>
            <a:ext cx="250863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0162" y="1246952"/>
            <a:ext cx="3403390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063" indent="-457063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329" indent="-342797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799860" indent="-342797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0476" y="762000"/>
            <a:ext cx="3839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88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6" y="-2"/>
            <a:ext cx="12174208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715" y="1161956"/>
            <a:ext cx="11465111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17" y="-7466"/>
            <a:ext cx="6109030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48" y="1468924"/>
            <a:ext cx="5094849" cy="2461308"/>
          </a:xfrm>
        </p:spPr>
        <p:txBody>
          <a:bodyPr/>
          <a:lstStyle>
            <a:lvl1pPr>
              <a:defRPr sz="4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8992" y="210114"/>
            <a:ext cx="2063551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5313" y="210114"/>
            <a:ext cx="3250661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5694" y="1161955"/>
            <a:ext cx="4157075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063" indent="-457063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329" indent="-342797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799860" indent="-342797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3"/>
            <a:ext cx="12188825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64807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88825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7"/>
            <a:ext cx="12188826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3038" y="-1036209"/>
            <a:ext cx="6869579" cy="8941995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4901" y="-680625"/>
            <a:ext cx="6783165" cy="829407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799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613" y="6101080"/>
            <a:ext cx="11399599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88825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914400"/>
            <a:ext cx="7496127" cy="2621280"/>
          </a:xfrm>
        </p:spPr>
        <p:txBody>
          <a:bodyPr anchor="b">
            <a:normAutofit/>
          </a:bodyPr>
          <a:lstStyle>
            <a:lvl1pPr>
              <a:defRPr sz="4799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673" y="3901440"/>
            <a:ext cx="7496127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35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700" y="773848"/>
            <a:ext cx="11797125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3716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414" y="1918144"/>
            <a:ext cx="2938421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2611" y="210114"/>
            <a:ext cx="293872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2611" y="1918145"/>
            <a:ext cx="49898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6603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952500"/>
            <a:ext cx="3331916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674" y="205986"/>
            <a:ext cx="1096994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3989" y="207291"/>
            <a:ext cx="1638945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39942" y="210114"/>
            <a:ext cx="49364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673" y="3099816"/>
            <a:ext cx="3331916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531" indent="0">
              <a:buNone/>
              <a:defRPr sz="1400"/>
            </a:lvl2pPr>
            <a:lvl3pPr marL="457063" indent="0">
              <a:buNone/>
              <a:defRPr sz="1400"/>
            </a:lvl3pPr>
            <a:lvl4pPr marL="685594" indent="0">
              <a:buNone/>
              <a:defRPr sz="1400"/>
            </a:lvl4pPr>
            <a:lvl5pPr marL="914126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1819" y="0"/>
            <a:ext cx="803700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184" y="2811277"/>
            <a:ext cx="324529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998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4282051"/>
            <a:ext cx="3410070" cy="1532976"/>
          </a:xfrm>
        </p:spPr>
        <p:txBody>
          <a:bodyPr anchor="t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88825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79394" y="4282051"/>
            <a:ext cx="7008573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531" indent="0">
              <a:buFont typeface="Arial" panose="020B0604020202020204" pitchFamily="34" charset="0"/>
              <a:buNone/>
              <a:defRPr sz="1400"/>
            </a:lvl2pPr>
            <a:lvl3pPr marL="457063" indent="0">
              <a:buFont typeface="Arial" panose="020B0604020202020204" pitchFamily="34" charset="0"/>
              <a:buNone/>
              <a:defRPr sz="1200"/>
            </a:lvl3pPr>
            <a:lvl4pPr marL="685594" indent="0">
              <a:buFont typeface="Arial" panose="020B0604020202020204" pitchFamily="34" charset="0"/>
              <a:buNone/>
              <a:defRPr sz="1100"/>
            </a:lvl4pPr>
            <a:lvl5pPr marL="914126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673" y="6263640"/>
            <a:ext cx="1758830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9393" y="6263640"/>
            <a:ext cx="250863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381" y="6263640"/>
            <a:ext cx="6053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613" y="6095193"/>
            <a:ext cx="11399599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0380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7787" y="5749680"/>
            <a:ext cx="5231037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033" y="955811"/>
            <a:ext cx="4113728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7788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7486" y="210114"/>
            <a:ext cx="1485513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3654" y="210114"/>
            <a:ext cx="185998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0033" y="2791033"/>
            <a:ext cx="4113728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3464" y="2475756"/>
            <a:ext cx="401029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7787" y="5749680"/>
            <a:ext cx="5231037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3037652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1017686"/>
            <a:ext cx="3410070" cy="1532976"/>
          </a:xfrm>
        </p:spPr>
        <p:txBody>
          <a:bodyPr anchor="t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9393" y="210114"/>
            <a:ext cx="250863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79394" y="1017686"/>
            <a:ext cx="7008573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531" indent="0">
              <a:buFont typeface="Arial" panose="020B0604020202020204" pitchFamily="34" charset="0"/>
              <a:buNone/>
              <a:defRPr sz="1400"/>
            </a:lvl2pPr>
            <a:lvl3pPr marL="457063" indent="0">
              <a:buFont typeface="Arial" panose="020B0604020202020204" pitchFamily="34" charset="0"/>
              <a:buNone/>
              <a:defRPr sz="1200"/>
            </a:lvl3pPr>
            <a:lvl4pPr marL="685594" indent="0">
              <a:buFont typeface="Arial" panose="020B0604020202020204" pitchFamily="34" charset="0"/>
              <a:buNone/>
              <a:defRPr sz="1100"/>
            </a:lvl4pPr>
            <a:lvl5pPr marL="914126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10"/>
            <a:ext cx="12188825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95982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1371600"/>
            <a:ext cx="3473815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6540" y="210114"/>
            <a:ext cx="285856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09590" y="210114"/>
            <a:ext cx="605317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6539" y="1371601"/>
            <a:ext cx="3367901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28772" y="1"/>
            <a:ext cx="3460054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3"/>
            <a:ext cx="4873392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2365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6899" y="751313"/>
            <a:ext cx="77246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770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4" y="952500"/>
            <a:ext cx="6749369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673" y="203862"/>
            <a:ext cx="2285405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126" y="203862"/>
            <a:ext cx="277428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5709" y="203862"/>
            <a:ext cx="864569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673" y="2410518"/>
            <a:ext cx="6753755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8016" y="0"/>
            <a:ext cx="457080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18016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18016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6899" y="751313"/>
            <a:ext cx="6618532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777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2834639"/>
            <a:ext cx="3013597" cy="2926080"/>
          </a:xfrm>
        </p:spPr>
        <p:txBody>
          <a:bodyPr anchor="t">
            <a:normAutofit/>
          </a:bodyPr>
          <a:lstStyle>
            <a:lvl1pPr>
              <a:defRPr sz="27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1" y="0"/>
            <a:ext cx="1220661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79393" y="2834640"/>
            <a:ext cx="7199025" cy="2926080"/>
          </a:xfrm>
        </p:spPr>
        <p:txBody>
          <a:bodyPr>
            <a:noAutofit/>
          </a:bodyPr>
          <a:lstStyle>
            <a:lvl1pPr marL="285664" indent="-285664">
              <a:buFont typeface="Arial" panose="020B0604020202020204" pitchFamily="34" charset="0"/>
              <a:buNone/>
              <a:defRPr sz="1799"/>
            </a:lvl1pPr>
            <a:lvl2pPr marL="514196" indent="-285664">
              <a:buFont typeface="Arial" panose="020B0604020202020204" pitchFamily="34" charset="0"/>
              <a:buNone/>
              <a:defRPr sz="1600"/>
            </a:lvl2pPr>
            <a:lvl3pPr marL="742727" indent="-285664">
              <a:buFont typeface="Arial" panose="020B0604020202020204" pitchFamily="34" charset="0"/>
              <a:buNone/>
              <a:defRPr sz="1400"/>
            </a:lvl3pPr>
            <a:lvl4pPr marL="856993" indent="-171399">
              <a:buFont typeface="Arial" panose="020B0604020202020204" pitchFamily="34" charset="0"/>
              <a:buNone/>
              <a:defRPr sz="1200"/>
            </a:lvl4pPr>
            <a:lvl5pPr marL="1085524" indent="-171399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673" y="6274033"/>
            <a:ext cx="3013597" cy="3657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79393" y="6274033"/>
            <a:ext cx="3161476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89900" y="6274033"/>
            <a:ext cx="568769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613" y="6095193"/>
            <a:ext cx="11399599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2124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1010934"/>
            <a:ext cx="3506505" cy="1398494"/>
          </a:xfrm>
        </p:spPr>
        <p:txBody>
          <a:bodyPr anchor="t">
            <a:normAutofit/>
          </a:bodyPr>
          <a:lstStyle>
            <a:lvl1pPr>
              <a:defRPr sz="27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395" y="210114"/>
            <a:ext cx="250863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234" y="2680448"/>
            <a:ext cx="3356945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136" y="5847066"/>
            <a:ext cx="10017689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4698" y="2433871"/>
            <a:ext cx="4944033" cy="390422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5671" y="1075766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1395" y="1010932"/>
            <a:ext cx="6490549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705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1019812"/>
            <a:ext cx="3418490" cy="1856553"/>
          </a:xfrm>
        </p:spPr>
        <p:txBody>
          <a:bodyPr anchor="t">
            <a:normAutofit/>
          </a:bodyPr>
          <a:lstStyle>
            <a:lvl1pPr>
              <a:defRPr sz="27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7802" y="210114"/>
            <a:ext cx="250863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290" y="3045042"/>
            <a:ext cx="3337873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7802" y="1019810"/>
            <a:ext cx="7313295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17174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5312" y="4907612"/>
            <a:ext cx="5318900" cy="1438873"/>
          </a:xfrm>
        </p:spPr>
        <p:txBody>
          <a:bodyPr anchor="t"/>
          <a:lstStyle>
            <a:lvl1pPr>
              <a:lnSpc>
                <a:spcPct val="100000"/>
              </a:lnSpc>
              <a:defRPr sz="1999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566" y="766764"/>
            <a:ext cx="11317514" cy="3489325"/>
          </a:xfrm>
        </p:spPr>
        <p:txBody>
          <a:bodyPr/>
          <a:lstStyle>
            <a:lvl1pPr>
              <a:lnSpc>
                <a:spcPct val="85000"/>
              </a:lnSpc>
              <a:defRPr sz="23993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613" y="4662243"/>
            <a:ext cx="11399599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6008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88827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2507" y="0"/>
            <a:ext cx="8506318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68997" y="-1668998"/>
            <a:ext cx="7492544" cy="10830539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488" y="-1133856"/>
            <a:ext cx="10649986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0432" y="-20336"/>
            <a:ext cx="7158393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59" y="2704580"/>
            <a:ext cx="12179865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249" y="2704946"/>
            <a:ext cx="9798673" cy="3538538"/>
          </a:xfrm>
        </p:spPr>
        <p:txBody>
          <a:bodyPr anchor="b"/>
          <a:lstStyle>
            <a:lvl1pPr>
              <a:lnSpc>
                <a:spcPct val="100000"/>
              </a:lnSpc>
              <a:defRPr sz="5398"/>
            </a:lvl1pPr>
            <a:lvl2pPr>
              <a:lnSpc>
                <a:spcPct val="100000"/>
              </a:lnSpc>
              <a:defRPr sz="4799"/>
            </a:lvl2pPr>
            <a:lvl3pPr>
              <a:lnSpc>
                <a:spcPct val="100000"/>
              </a:lnSpc>
              <a:defRPr sz="4399"/>
            </a:lvl3pPr>
            <a:lvl4pPr>
              <a:lnSpc>
                <a:spcPct val="100000"/>
              </a:lnSpc>
              <a:defRPr sz="3999"/>
            </a:lvl4pPr>
            <a:lvl5pPr>
              <a:lnSpc>
                <a:spcPct val="100000"/>
              </a:lnSpc>
              <a:defRPr sz="3599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69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3"/>
            <a:ext cx="12188825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799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5417" y="-2665408"/>
            <a:ext cx="6857996" cy="12188818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79913" y="-4371850"/>
            <a:ext cx="3429000" cy="121726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414" y="4967785"/>
            <a:ext cx="8481899" cy="1052015"/>
          </a:xfrm>
        </p:spPr>
        <p:txBody>
          <a:bodyPr anchor="ctr">
            <a:normAutofit/>
          </a:bodyPr>
          <a:lstStyle>
            <a:lvl1pPr marL="137119" indent="-137119">
              <a:lnSpc>
                <a:spcPct val="100000"/>
              </a:lnSpc>
              <a:defRPr sz="1999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414" y="1405719"/>
            <a:ext cx="8481899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3999" b="0" dirty="0">
                <a:solidFill>
                  <a:schemeClr val="tx1"/>
                </a:solidFill>
              </a:defRPr>
            </a:lvl1pPr>
            <a:lvl2pPr marL="228531" indent="0">
              <a:lnSpc>
                <a:spcPct val="100000"/>
              </a:lnSpc>
              <a:buNone/>
              <a:defRPr lang="en-US" sz="3999" b="0" dirty="0">
                <a:solidFill>
                  <a:schemeClr val="tx1"/>
                </a:solidFill>
              </a:defRPr>
            </a:lvl2pPr>
            <a:lvl3pPr marL="457063" indent="0">
              <a:lnSpc>
                <a:spcPct val="100000"/>
              </a:lnSpc>
              <a:buNone/>
              <a:defRPr lang="en-US" sz="3999" b="0" dirty="0">
                <a:solidFill>
                  <a:schemeClr val="tx1"/>
                </a:solidFill>
              </a:defRPr>
            </a:lvl3pPr>
            <a:lvl4pPr marL="685594" indent="0">
              <a:lnSpc>
                <a:spcPct val="100000"/>
              </a:lnSpc>
              <a:buNone/>
              <a:defRPr lang="en-US" sz="3999" b="0" dirty="0">
                <a:solidFill>
                  <a:schemeClr val="tx1"/>
                </a:solidFill>
              </a:defRPr>
            </a:lvl4pPr>
            <a:lvl5pPr marL="914126" indent="0">
              <a:lnSpc>
                <a:spcPct val="100000"/>
              </a:lnSpc>
              <a:buNone/>
              <a:defRPr lang="en-US" sz="3599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6745" y="4810814"/>
            <a:ext cx="8271568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113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4" y="762000"/>
            <a:ext cx="7011059" cy="1381432"/>
          </a:xfrm>
        </p:spPr>
        <p:txBody>
          <a:bodyPr anchor="t">
            <a:noAutofit/>
          </a:bodyPr>
          <a:lstStyle>
            <a:lvl1pPr>
              <a:defRPr sz="43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613" y="3032970"/>
            <a:ext cx="11399599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3454" y="-567374"/>
            <a:ext cx="2661919" cy="12188827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4533" y="-816294"/>
            <a:ext cx="3159760" cy="12188828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099" y="3429000"/>
            <a:ext cx="11168790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281894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19378" y="-2428585"/>
            <a:ext cx="1825034" cy="1186379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1"/>
            <a:ext cx="12188825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4" y="762000"/>
            <a:ext cx="6094412" cy="1454506"/>
          </a:xfrm>
        </p:spPr>
        <p:txBody>
          <a:bodyPr anchor="t">
            <a:normAutofit/>
          </a:bodyPr>
          <a:lstStyle>
            <a:lvl1pPr>
              <a:defRPr sz="5398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18016" y="3337561"/>
            <a:ext cx="3594235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799" dirty="0"/>
            </a:lvl1pPr>
            <a:lvl2pPr marL="228531" indent="0">
              <a:buNone/>
              <a:defRPr lang="en-US" sz="1400" dirty="0"/>
            </a:lvl2pPr>
            <a:lvl3pPr marL="457063" indent="0">
              <a:buNone/>
              <a:defRPr lang="en-US" sz="1200" dirty="0"/>
            </a:lvl3pPr>
            <a:lvl4pPr marL="685594" indent="0">
              <a:buNone/>
              <a:defRPr lang="en-US" sz="1100" dirty="0"/>
            </a:lvl4pPr>
            <a:lvl5pPr marL="914126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31818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4" y="731521"/>
            <a:ext cx="10855672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547" y="1806575"/>
            <a:ext cx="516438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2140" y="1806575"/>
            <a:ext cx="49898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613" y="1584960"/>
            <a:ext cx="11399599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569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1" y="1"/>
            <a:ext cx="12188824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731520"/>
            <a:ext cx="11582431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673" y="1775779"/>
            <a:ext cx="5165015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547" y="2492481"/>
            <a:ext cx="5164380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19090" y="1775777"/>
            <a:ext cx="5165015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2139" y="2492481"/>
            <a:ext cx="5180558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613" y="1579934"/>
            <a:ext cx="11399599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1" y="1"/>
            <a:ext cx="12188824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</p:spTree>
    <p:extLst>
      <p:ext uri="{BB962C8B-B14F-4D97-AF65-F5344CB8AC3E}">
        <p14:creationId xmlns:p14="http://schemas.microsoft.com/office/powerpoint/2010/main" val="13928622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4" y="1005840"/>
            <a:ext cx="990342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080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8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673" y="869140"/>
            <a:ext cx="11601024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673" y="210114"/>
            <a:ext cx="175883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0500" y="210114"/>
            <a:ext cx="250863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7381" y="210114"/>
            <a:ext cx="605317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673" y="2047285"/>
            <a:ext cx="11601024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613" y="751313"/>
            <a:ext cx="11399599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4479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</p:sldLayoutIdLst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2799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126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531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063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594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126" indent="0" algn="l" defTabSz="914126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7.xml"/><Relationship Id="rId18" Type="http://schemas.openxmlformats.org/officeDocument/2006/relationships/image" Target="../media/image12.png"/><Relationship Id="rId3" Type="http://schemas.openxmlformats.org/officeDocument/2006/relationships/image" Target="../media/image5.png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../media/image9.png"/><Relationship Id="rId17" Type="http://schemas.openxmlformats.org/officeDocument/2006/relationships/customXml" Target="../ink/ink9.xml"/><Relationship Id="rId2" Type="http://schemas.openxmlformats.org/officeDocument/2006/relationships/customXml" Target="../ink/ink1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8.png"/><Relationship Id="rId19" Type="http://schemas.openxmlformats.org/officeDocument/2006/relationships/customXml" Target="../ink/ink10.xml"/><Relationship Id="rId4" Type="http://schemas.openxmlformats.org/officeDocument/2006/relationships/customXml" Target="../ink/ink2.xml"/><Relationship Id="rId9" Type="http://schemas.openxmlformats.org/officeDocument/2006/relationships/customXml" Target="../ink/ink5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31560" y="73152"/>
            <a:ext cx="232582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rgbClr val="9BA8FF"/>
                </a:solidFill>
              </a:rPr>
              <a:t>UML Class Diagrams  —  Stack 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8931" y="1415982"/>
            <a:ext cx="5303520" cy="530352"/>
          </a:xfrm>
          <a:prstGeom prst="rect">
            <a:avLst/>
          </a:prstGeom>
          <a:solidFill>
            <a:srgbClr val="3A3A6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8931" y="1415982"/>
            <a:ext cx="5303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Stack&lt;STACKTYPE, CAPACITY&gt;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8931" y="1946334"/>
            <a:ext cx="5303520" cy="2487168"/>
          </a:xfrm>
          <a:prstGeom prst="rect">
            <a:avLst/>
          </a:prstGeom>
          <a:solidFill>
            <a:srgbClr val="22223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00099" y="1973766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CFF8C"/>
                </a:solidFill>
              </a:rPr>
              <a:t>+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0099" y="2257230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Stack()  : constructor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0099" y="2568126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push(const STACKTYPE&amp; value) : 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0099" y="2879022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pop() : STACKTYPE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0099" y="3189918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peek() : STACKTYPE&amp;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0099" y="3500814"/>
            <a:ext cx="14494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isEmpty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 </a:t>
            </a:r>
            <a:r>
              <a:rPr sz="1000" b="0" i="0" dirty="0">
                <a:solidFill>
                  <a:srgbClr val="DDDDFF"/>
                </a:solidFill>
              </a:rPr>
              <a:t>: bool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0099" y="3811710"/>
            <a:ext cx="129234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isFull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 </a:t>
            </a:r>
            <a:r>
              <a:rPr sz="1000" b="0" i="0" dirty="0">
                <a:solidFill>
                  <a:srgbClr val="DDDDFF"/>
                </a:solidFill>
              </a:rPr>
              <a:t>: bool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0099" y="4122606"/>
            <a:ext cx="152317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displayAll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</a:t>
            </a:r>
            <a:r>
              <a:rPr sz="1000" b="0" i="0" dirty="0">
                <a:solidFill>
                  <a:srgbClr val="DDDDFF"/>
                </a:solidFill>
              </a:rPr>
              <a:t> : void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8931" y="4433502"/>
            <a:ext cx="5303520" cy="932688"/>
          </a:xfrm>
          <a:prstGeom prst="rect">
            <a:avLst/>
          </a:prstGeom>
          <a:solidFill>
            <a:srgbClr val="1A1A30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00099" y="4460934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- Private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0099" y="4744398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data[CAPACITY] : STACKTYPE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0099" y="5055294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topIndex : int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ECC50E-4849-9C56-E80E-F895D95D8D78}"/>
              </a:ext>
            </a:extLst>
          </p:cNvPr>
          <p:cNvSpPr txBox="1"/>
          <p:nvPr/>
        </p:nvSpPr>
        <p:spPr>
          <a:xfrm>
            <a:off x="185206" y="258901"/>
            <a:ext cx="4384790" cy="63401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#</a:t>
            </a:r>
            <a:r>
              <a:rPr lang="en-US" sz="1400" dirty="0" err="1"/>
              <a:t>ifndef</a:t>
            </a:r>
            <a:r>
              <a:rPr lang="en-US" sz="1400" dirty="0"/>
              <a:t> STACK_H</a:t>
            </a:r>
          </a:p>
          <a:p>
            <a:r>
              <a:rPr lang="en-US" sz="1400" dirty="0"/>
              <a:t>#define STACK_H</a:t>
            </a:r>
          </a:p>
          <a:p>
            <a:endParaRPr lang="en-US" sz="1400" dirty="0"/>
          </a:p>
          <a:p>
            <a:r>
              <a:rPr lang="en-US" sz="1400" dirty="0"/>
              <a:t>#include &lt;iostream&gt;</a:t>
            </a:r>
          </a:p>
          <a:p>
            <a:r>
              <a:rPr lang="en-US" sz="1400" dirty="0"/>
              <a:t>using namespace std;</a:t>
            </a:r>
          </a:p>
          <a:p>
            <a:r>
              <a:rPr lang="en-US" sz="1400" dirty="0"/>
              <a:t>template&lt;</a:t>
            </a:r>
            <a:r>
              <a:rPr lang="en-US" sz="1400" dirty="0" err="1"/>
              <a:t>typename</a:t>
            </a:r>
            <a:r>
              <a:rPr lang="en-US" sz="1400" dirty="0"/>
              <a:t> STACKTYPE, int CAPACITY = 10&gt;</a:t>
            </a:r>
          </a:p>
          <a:p>
            <a:r>
              <a:rPr lang="en-US" sz="1400" dirty="0"/>
              <a:t>class Stack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public:</a:t>
            </a:r>
          </a:p>
          <a:p>
            <a:r>
              <a:rPr lang="en-US" sz="1400" dirty="0"/>
              <a:t>//Constructor</a:t>
            </a:r>
          </a:p>
          <a:p>
            <a:r>
              <a:rPr lang="en-US" sz="1400" dirty="0"/>
              <a:t>Stack();</a:t>
            </a:r>
          </a:p>
          <a:p>
            <a:endParaRPr lang="en-US" sz="1400" dirty="0"/>
          </a:p>
          <a:p>
            <a:r>
              <a:rPr lang="en-US" sz="1400" dirty="0"/>
              <a:t>void push(const STACKTYPE&amp; value);</a:t>
            </a:r>
          </a:p>
          <a:p>
            <a:r>
              <a:rPr lang="en-US" sz="1400" dirty="0"/>
              <a:t>STACKTYPE pop();</a:t>
            </a:r>
          </a:p>
          <a:p>
            <a:r>
              <a:rPr lang="en-US" sz="1400" dirty="0"/>
              <a:t>STACKTYPE&amp; peek();</a:t>
            </a:r>
          </a:p>
          <a:p>
            <a:endParaRPr lang="en-US" sz="1400" dirty="0"/>
          </a:p>
          <a:p>
            <a:r>
              <a:rPr lang="en-US" sz="1400" dirty="0"/>
              <a:t>bool </a:t>
            </a:r>
            <a:r>
              <a:rPr lang="en-US" sz="1400" dirty="0" err="1"/>
              <a:t>isEmpty</a:t>
            </a:r>
            <a:r>
              <a:rPr lang="en-US" sz="1400" dirty="0"/>
              <a:t>()const;</a:t>
            </a:r>
          </a:p>
          <a:p>
            <a:r>
              <a:rPr lang="en-US" sz="1400" dirty="0"/>
              <a:t>bool </a:t>
            </a:r>
            <a:r>
              <a:rPr lang="en-US" sz="1400" dirty="0" err="1"/>
              <a:t>isFull</a:t>
            </a:r>
            <a:r>
              <a:rPr lang="en-US" sz="1400" dirty="0"/>
              <a:t>()const;</a:t>
            </a:r>
          </a:p>
          <a:p>
            <a:endParaRPr lang="en-US" sz="1400" dirty="0"/>
          </a:p>
          <a:p>
            <a:r>
              <a:rPr lang="en-US" sz="1400" dirty="0"/>
              <a:t>void </a:t>
            </a:r>
            <a:r>
              <a:rPr lang="en-US" sz="1400" dirty="0" err="1"/>
              <a:t>displayAll</a:t>
            </a:r>
            <a:r>
              <a:rPr lang="en-US" sz="1400" dirty="0"/>
              <a:t>() const;</a:t>
            </a:r>
          </a:p>
          <a:p>
            <a:endParaRPr lang="en-US" sz="1400" dirty="0"/>
          </a:p>
          <a:p>
            <a:r>
              <a:rPr lang="en-US" sz="1400" dirty="0"/>
              <a:t>private:</a:t>
            </a:r>
          </a:p>
          <a:p>
            <a:r>
              <a:rPr lang="en-US" sz="1400" dirty="0"/>
              <a:t>STACKTYPE data[CAPACITY];</a:t>
            </a:r>
          </a:p>
          <a:p>
            <a:r>
              <a:rPr lang="en-US" sz="1400" dirty="0"/>
              <a:t>int </a:t>
            </a:r>
            <a:r>
              <a:rPr lang="en-US" sz="1400" dirty="0" err="1"/>
              <a:t>topIndex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};</a:t>
            </a:r>
          </a:p>
          <a:p>
            <a:r>
              <a:rPr lang="en-US" sz="1400" dirty="0"/>
              <a:t>#include "</a:t>
            </a:r>
            <a:r>
              <a:rPr lang="en-US" sz="1400" dirty="0" err="1"/>
              <a:t>Stack.cpp</a:t>
            </a:r>
            <a:r>
              <a:rPr lang="en-US" sz="1400" dirty="0"/>
              <a:t>"</a:t>
            </a:r>
          </a:p>
          <a:p>
            <a:r>
              <a:rPr lang="en-US" sz="1400" dirty="0"/>
              <a:t>#endif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46D750-4581-52BB-E130-E2434C532C25}"/>
              </a:ext>
            </a:extLst>
          </p:cNvPr>
          <p:cNvSpPr/>
          <p:nvPr/>
        </p:nvSpPr>
        <p:spPr>
          <a:xfrm>
            <a:off x="6400800" y="813816"/>
            <a:ext cx="5303520" cy="530352"/>
          </a:xfrm>
          <a:prstGeom prst="rect">
            <a:avLst/>
          </a:prstGeom>
          <a:solidFill>
            <a:srgbClr val="3A3A6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6586D1-F12A-7C7F-73C3-31EA3C1BFD11}"/>
              </a:ext>
            </a:extLst>
          </p:cNvPr>
          <p:cNvSpPr txBox="1"/>
          <p:nvPr/>
        </p:nvSpPr>
        <p:spPr>
          <a:xfrm>
            <a:off x="6400800" y="813816"/>
            <a:ext cx="5303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Queue&lt;QUEUETYPE, CAPACITY&gt;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337D7-EE09-A5B3-F4D2-11ECE69F3CBD}"/>
              </a:ext>
            </a:extLst>
          </p:cNvPr>
          <p:cNvSpPr/>
          <p:nvPr/>
        </p:nvSpPr>
        <p:spPr>
          <a:xfrm>
            <a:off x="6400800" y="1344168"/>
            <a:ext cx="5303520" cy="2487168"/>
          </a:xfrm>
          <a:prstGeom prst="rect">
            <a:avLst/>
          </a:prstGeom>
          <a:solidFill>
            <a:srgbClr val="22223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8E463-31FC-19ED-AA56-864456D8675A}"/>
              </a:ext>
            </a:extLst>
          </p:cNvPr>
          <p:cNvSpPr txBox="1"/>
          <p:nvPr/>
        </p:nvSpPr>
        <p:spPr>
          <a:xfrm>
            <a:off x="6601968" y="1371600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CFF8C"/>
                </a:solidFill>
              </a:rPr>
              <a:t>+ Public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F7B4C-F429-7880-09EA-2D94AD0F792C}"/>
              </a:ext>
            </a:extLst>
          </p:cNvPr>
          <p:cNvSpPr txBox="1"/>
          <p:nvPr/>
        </p:nvSpPr>
        <p:spPr>
          <a:xfrm>
            <a:off x="6601968" y="1655064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Queue()  : constructor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6E4799-EEF7-9C7B-FD80-94A41598BB20}"/>
              </a:ext>
            </a:extLst>
          </p:cNvPr>
          <p:cNvSpPr txBox="1"/>
          <p:nvPr/>
        </p:nvSpPr>
        <p:spPr>
          <a:xfrm>
            <a:off x="6601968" y="1965960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enqueue(const QUEUETYPE&amp; value) : void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974FC0-BF43-E134-8A06-6D46CF417B6D}"/>
              </a:ext>
            </a:extLst>
          </p:cNvPr>
          <p:cNvSpPr txBox="1"/>
          <p:nvPr/>
        </p:nvSpPr>
        <p:spPr>
          <a:xfrm>
            <a:off x="6601968" y="2276856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dequeue() : QUEUETYPE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40586-EE7C-AE09-0136-F224F181D1BF}"/>
              </a:ext>
            </a:extLst>
          </p:cNvPr>
          <p:cNvSpPr txBox="1"/>
          <p:nvPr/>
        </p:nvSpPr>
        <p:spPr>
          <a:xfrm>
            <a:off x="6601968" y="2587752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peek() : QUEUETYPE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B3442-D43D-14CE-5FDC-35609040CD4B}"/>
              </a:ext>
            </a:extLst>
          </p:cNvPr>
          <p:cNvSpPr txBox="1"/>
          <p:nvPr/>
        </p:nvSpPr>
        <p:spPr>
          <a:xfrm>
            <a:off x="6601968" y="2898648"/>
            <a:ext cx="14494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isEmpty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 </a:t>
            </a:r>
            <a:r>
              <a:rPr sz="1000" b="0" i="0" dirty="0">
                <a:solidFill>
                  <a:srgbClr val="DDDDFF"/>
                </a:solidFill>
              </a:rPr>
              <a:t>: bool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8D9AD9-AA1A-6BA7-08EA-AF1877D17B9A}"/>
              </a:ext>
            </a:extLst>
          </p:cNvPr>
          <p:cNvSpPr txBox="1"/>
          <p:nvPr/>
        </p:nvSpPr>
        <p:spPr>
          <a:xfrm>
            <a:off x="6601968" y="3209544"/>
            <a:ext cx="129234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isFull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</a:t>
            </a:r>
            <a:r>
              <a:rPr sz="1000" b="0" i="0" dirty="0">
                <a:solidFill>
                  <a:srgbClr val="DDDDFF"/>
                </a:solidFill>
              </a:rPr>
              <a:t> : bool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21B2F8-9F8E-C220-9A59-B799255807E6}"/>
              </a:ext>
            </a:extLst>
          </p:cNvPr>
          <p:cNvSpPr txBox="1"/>
          <p:nvPr/>
        </p:nvSpPr>
        <p:spPr>
          <a:xfrm>
            <a:off x="6601968" y="3520440"/>
            <a:ext cx="152317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displayAll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</a:t>
            </a:r>
            <a:r>
              <a:rPr sz="1000" b="0" i="0" dirty="0">
                <a:solidFill>
                  <a:srgbClr val="DDDDFF"/>
                </a:solidFill>
              </a:rPr>
              <a:t> : void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89C5A0-C939-1341-C4BE-12D042847B12}"/>
              </a:ext>
            </a:extLst>
          </p:cNvPr>
          <p:cNvSpPr/>
          <p:nvPr/>
        </p:nvSpPr>
        <p:spPr>
          <a:xfrm>
            <a:off x="6400800" y="3831336"/>
            <a:ext cx="5303520" cy="1243584"/>
          </a:xfrm>
          <a:prstGeom prst="rect">
            <a:avLst/>
          </a:prstGeom>
          <a:solidFill>
            <a:srgbClr val="1A1A30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C8981C-117C-F5E8-3B54-6B82B31D5B75}"/>
              </a:ext>
            </a:extLst>
          </p:cNvPr>
          <p:cNvSpPr txBox="1"/>
          <p:nvPr/>
        </p:nvSpPr>
        <p:spPr>
          <a:xfrm>
            <a:off x="6601968" y="3858768"/>
            <a:ext cx="5303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- Private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7EF3A7-4A39-0298-571A-33276B10BCD3}"/>
              </a:ext>
            </a:extLst>
          </p:cNvPr>
          <p:cNvSpPr txBox="1"/>
          <p:nvPr/>
        </p:nvSpPr>
        <p:spPr>
          <a:xfrm>
            <a:off x="6601968" y="4142232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data[CAPACITY] : QUEUETYPE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473F37-6DAA-400D-1A74-B9F7F31A777A}"/>
              </a:ext>
            </a:extLst>
          </p:cNvPr>
          <p:cNvSpPr txBox="1"/>
          <p:nvPr/>
        </p:nvSpPr>
        <p:spPr>
          <a:xfrm>
            <a:off x="6601968" y="4453128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start : int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6F9F3-94F6-AFE5-74CD-ECE6036BB18C}"/>
              </a:ext>
            </a:extLst>
          </p:cNvPr>
          <p:cNvSpPr txBox="1"/>
          <p:nvPr/>
        </p:nvSpPr>
        <p:spPr>
          <a:xfrm>
            <a:off x="6601968" y="4764024"/>
            <a:ext cx="51023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end : int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E6F5DA-1140-40A9-D4FF-38393815BA4C}"/>
              </a:ext>
            </a:extLst>
          </p:cNvPr>
          <p:cNvSpPr txBox="1"/>
          <p:nvPr/>
        </p:nvSpPr>
        <p:spPr>
          <a:xfrm>
            <a:off x="4885073" y="73152"/>
            <a:ext cx="2418803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rgbClr val="9BA8FF"/>
                </a:solidFill>
              </a:rPr>
              <a:t>UML Class Diagrams  —   Queue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AD46E0-0DEF-E624-B446-1AD2D4245394}"/>
              </a:ext>
            </a:extLst>
          </p:cNvPr>
          <p:cNvSpPr txBox="1"/>
          <p:nvPr/>
        </p:nvSpPr>
        <p:spPr>
          <a:xfrm>
            <a:off x="137786" y="0"/>
            <a:ext cx="5115375" cy="69865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</a:t>
            </a:r>
            <a:r>
              <a:rPr lang="en-US" sz="1600" dirty="0" err="1"/>
              <a:t>ifndef</a:t>
            </a:r>
            <a:r>
              <a:rPr lang="en-US" sz="1600" dirty="0"/>
              <a:t> QUEUE_H</a:t>
            </a:r>
          </a:p>
          <a:p>
            <a:r>
              <a:rPr lang="en-US" sz="1600" dirty="0"/>
              <a:t>#define QUEUE_H</a:t>
            </a:r>
          </a:p>
          <a:p>
            <a:endParaRPr lang="en-US" sz="1600" dirty="0"/>
          </a:p>
          <a:p>
            <a:r>
              <a:rPr lang="en-US" sz="1600" dirty="0"/>
              <a:t>#include &lt;iostream&gt;</a:t>
            </a:r>
          </a:p>
          <a:p>
            <a:r>
              <a:rPr lang="en-US" sz="1600" dirty="0"/>
              <a:t>using namespace std;</a:t>
            </a:r>
          </a:p>
          <a:p>
            <a:endParaRPr lang="en-US" sz="1600" dirty="0"/>
          </a:p>
          <a:p>
            <a:r>
              <a:rPr lang="en-US" sz="1600" dirty="0"/>
              <a:t>template&lt;</a:t>
            </a:r>
            <a:r>
              <a:rPr lang="en-US" sz="1600" dirty="0" err="1"/>
              <a:t>typename</a:t>
            </a:r>
            <a:r>
              <a:rPr lang="en-US" sz="1600" dirty="0"/>
              <a:t> QUEUETYPE, int CAPACITY = 10 &gt;</a:t>
            </a:r>
          </a:p>
          <a:p>
            <a:r>
              <a:rPr lang="en-US" sz="1600" dirty="0"/>
              <a:t>class Queue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public:</a:t>
            </a:r>
          </a:p>
          <a:p>
            <a:r>
              <a:rPr lang="en-US" sz="1600" dirty="0"/>
              <a:t>//</a:t>
            </a:r>
            <a:r>
              <a:rPr lang="en-US" sz="1600" dirty="0" err="1"/>
              <a:t>consturctor</a:t>
            </a:r>
            <a:endParaRPr lang="en-US" sz="1600" dirty="0"/>
          </a:p>
          <a:p>
            <a:r>
              <a:rPr lang="en-US" sz="1600" dirty="0"/>
              <a:t>Queue();</a:t>
            </a:r>
          </a:p>
          <a:p>
            <a:endParaRPr lang="en-US" sz="1600" dirty="0"/>
          </a:p>
          <a:p>
            <a:r>
              <a:rPr lang="en-US" sz="1600" dirty="0"/>
              <a:t>void enqueue(const QUEUETYPE&amp; value);</a:t>
            </a:r>
          </a:p>
          <a:p>
            <a:r>
              <a:rPr lang="en-US" sz="1600" dirty="0"/>
              <a:t>QUEUETYPE dequeue();</a:t>
            </a:r>
          </a:p>
          <a:p>
            <a:r>
              <a:rPr lang="en-US" sz="1600" dirty="0"/>
              <a:t>QUEUETYPE peek();</a:t>
            </a:r>
          </a:p>
          <a:p>
            <a:r>
              <a:rPr lang="en-US" sz="1600" dirty="0"/>
              <a:t>bool </a:t>
            </a:r>
            <a:r>
              <a:rPr lang="en-US" sz="1600" dirty="0" err="1"/>
              <a:t>isEmpty</a:t>
            </a:r>
            <a:r>
              <a:rPr lang="en-US" sz="1600" dirty="0"/>
              <a:t>()const;</a:t>
            </a:r>
          </a:p>
          <a:p>
            <a:r>
              <a:rPr lang="en-US" sz="1600" dirty="0"/>
              <a:t>bool </a:t>
            </a:r>
            <a:r>
              <a:rPr lang="en-US" sz="1600" dirty="0" err="1"/>
              <a:t>isFull</a:t>
            </a:r>
            <a:r>
              <a:rPr lang="en-US" sz="1600" dirty="0"/>
              <a:t>()const;</a:t>
            </a:r>
          </a:p>
          <a:p>
            <a:endParaRPr lang="en-US" sz="1600" dirty="0"/>
          </a:p>
          <a:p>
            <a:r>
              <a:rPr lang="en-US" sz="1600" dirty="0"/>
              <a:t>void </a:t>
            </a:r>
            <a:r>
              <a:rPr lang="en-US" sz="1600" dirty="0" err="1"/>
              <a:t>displayAll</a:t>
            </a:r>
            <a:r>
              <a:rPr lang="en-US" sz="1600" dirty="0"/>
              <a:t>() const;</a:t>
            </a:r>
          </a:p>
          <a:p>
            <a:endParaRPr lang="en-US" sz="1600" dirty="0"/>
          </a:p>
          <a:p>
            <a:r>
              <a:rPr lang="en-US" sz="1600" dirty="0"/>
              <a:t>private:</a:t>
            </a:r>
          </a:p>
          <a:p>
            <a:r>
              <a:rPr lang="en-US" sz="1600" dirty="0"/>
              <a:t>QUEUETYPE data[CAPACITY];</a:t>
            </a:r>
          </a:p>
          <a:p>
            <a:r>
              <a:rPr lang="en-US" sz="1600" dirty="0"/>
              <a:t>int start;</a:t>
            </a:r>
          </a:p>
          <a:p>
            <a:r>
              <a:rPr lang="en-US" sz="1600" dirty="0"/>
              <a:t>int end;</a:t>
            </a:r>
          </a:p>
          <a:p>
            <a:r>
              <a:rPr lang="en-US" sz="1600" dirty="0"/>
              <a:t>};</a:t>
            </a:r>
          </a:p>
          <a:p>
            <a:r>
              <a:rPr lang="en-US" sz="1600" dirty="0"/>
              <a:t>#include "</a:t>
            </a:r>
            <a:r>
              <a:rPr lang="en-US" sz="1600" dirty="0" err="1"/>
              <a:t>Queue.cpp</a:t>
            </a:r>
            <a:r>
              <a:rPr lang="en-US" sz="1600" dirty="0"/>
              <a:t>"</a:t>
            </a:r>
          </a:p>
          <a:p>
            <a:r>
              <a:rPr lang="en-US" sz="1600" dirty="0"/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2734353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F1455-683F-73C2-64BF-6FDA64265243}"/>
              </a:ext>
            </a:extLst>
          </p:cNvPr>
          <p:cNvSpPr/>
          <p:nvPr/>
        </p:nvSpPr>
        <p:spPr>
          <a:xfrm>
            <a:off x="4839899" y="297736"/>
            <a:ext cx="2509026" cy="2278193"/>
          </a:xfrm>
          <a:prstGeom prst="rect">
            <a:avLst/>
          </a:prstGeom>
          <a:solidFill>
            <a:srgbClr val="22223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TreeNode</a:t>
            </a:r>
            <a:r>
              <a:rPr lang="en-US" sz="1600" dirty="0"/>
              <a:t>&lt;NODETYPE&gt;</a:t>
            </a:r>
            <a:endParaRPr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60979A-AB11-12EE-5B6D-962CC5E20C39}"/>
              </a:ext>
            </a:extLst>
          </p:cNvPr>
          <p:cNvSpPr/>
          <p:nvPr/>
        </p:nvSpPr>
        <p:spPr>
          <a:xfrm>
            <a:off x="4839899" y="4397669"/>
            <a:ext cx="2509026" cy="2278193"/>
          </a:xfrm>
          <a:prstGeom prst="rect">
            <a:avLst/>
          </a:prstGeom>
          <a:solidFill>
            <a:srgbClr val="22223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Tree&lt;NODETYPE&gt;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7C984EF-41C3-B0CB-79FE-BFD49AAE677B}"/>
                  </a:ext>
                </a:extLst>
              </p14:cNvPr>
              <p14:cNvContentPartPr/>
              <p14:nvPr/>
            </p14:nvContentPartPr>
            <p14:xfrm>
              <a:off x="-593710" y="127282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7C984EF-41C3-B0CB-79FE-BFD49AAE67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599830" y="12116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5FB97C3-8CAD-FC40-7D75-B8420B83A170}"/>
                  </a:ext>
                </a:extLst>
              </p14:cNvPr>
              <p14:cNvContentPartPr/>
              <p14:nvPr/>
            </p14:nvContentPartPr>
            <p14:xfrm>
              <a:off x="685730" y="642442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5FB97C3-8CAD-FC40-7D75-B8420B83A1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9610" y="63632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66F47E4-BFBC-B036-D06B-29C0E33D61D4}"/>
                  </a:ext>
                </a:extLst>
              </p14:cNvPr>
              <p14:cNvContentPartPr/>
              <p14:nvPr/>
            </p14:nvContentPartPr>
            <p14:xfrm>
              <a:off x="6097970" y="4103842"/>
              <a:ext cx="5400" cy="1609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66F47E4-BFBC-B036-D06B-29C0E33D61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91850" y="4097722"/>
                <a:ext cx="176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69DB5847-FE5C-3D2F-0F83-363780A08DC6}"/>
                  </a:ext>
                </a:extLst>
              </p14:cNvPr>
              <p14:cNvContentPartPr/>
              <p14:nvPr/>
            </p14:nvContentPartPr>
            <p14:xfrm>
              <a:off x="6105530" y="3792802"/>
              <a:ext cx="2880" cy="181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69DB5847-FE5C-3D2F-0F83-363780A08DC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99410" y="3786682"/>
                <a:ext cx="1512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041323B-A86E-ACAC-64FE-A4938E225CBC}"/>
                  </a:ext>
                </a:extLst>
              </p14:cNvPr>
              <p14:cNvContentPartPr/>
              <p14:nvPr/>
            </p14:nvContentPartPr>
            <p14:xfrm>
              <a:off x="6095090" y="3459442"/>
              <a:ext cx="5400" cy="178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041323B-A86E-ACAC-64FE-A4938E225C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88970" y="3453322"/>
                <a:ext cx="176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3E46ACA-8007-FBB9-4D01-7F59F1243B91}"/>
                  </a:ext>
                </a:extLst>
              </p14:cNvPr>
              <p14:cNvContentPartPr/>
              <p14:nvPr/>
            </p14:nvContentPartPr>
            <p14:xfrm>
              <a:off x="6099050" y="3108082"/>
              <a:ext cx="5400" cy="150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3E46ACA-8007-FBB9-4D01-7F59F1243B9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92930" y="3101962"/>
                <a:ext cx="1764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C9873366-F7D8-80AD-6F78-BB922665A6BE}"/>
              </a:ext>
            </a:extLst>
          </p:cNvPr>
          <p:cNvGrpSpPr/>
          <p:nvPr/>
        </p:nvGrpSpPr>
        <p:grpSpPr>
          <a:xfrm>
            <a:off x="6001490" y="2694442"/>
            <a:ext cx="222840" cy="275040"/>
            <a:chOff x="6001490" y="2694442"/>
            <a:chExt cx="22284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8CE6DA0-7B5F-D31E-19D2-9AC8D9AFE063}"/>
                    </a:ext>
                  </a:extLst>
                </p14:cNvPr>
                <p14:cNvContentPartPr/>
                <p14:nvPr/>
              </p14:nvContentPartPr>
              <p14:xfrm>
                <a:off x="6098330" y="2870122"/>
                <a:ext cx="3600" cy="99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8CE6DA0-7B5F-D31E-19D2-9AC8D9AFE06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092210" y="2864002"/>
                  <a:ext cx="15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0F56647-45C7-0C09-7112-AC192A3173C6}"/>
                    </a:ext>
                  </a:extLst>
                </p14:cNvPr>
                <p14:cNvContentPartPr/>
                <p14:nvPr/>
              </p14:nvContentPartPr>
              <p14:xfrm>
                <a:off x="6001490" y="2865082"/>
                <a:ext cx="97200" cy="2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0F56647-45C7-0C09-7112-AC192A3173C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995370" y="2858962"/>
                  <a:ext cx="1094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90C6D80-66E7-2448-38DE-A1383F2DA99D}"/>
                    </a:ext>
                  </a:extLst>
                </p14:cNvPr>
                <p14:cNvContentPartPr/>
                <p14:nvPr/>
              </p14:nvContentPartPr>
              <p14:xfrm>
                <a:off x="6108770" y="2855002"/>
                <a:ext cx="104760" cy="10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90C6D80-66E7-2448-38DE-A1383F2DA99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02650" y="2848882"/>
                  <a:ext cx="117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EA946D-15E1-22F7-7B6C-4F144776ABE1}"/>
                    </a:ext>
                  </a:extLst>
                </p14:cNvPr>
                <p14:cNvContentPartPr/>
                <p14:nvPr/>
              </p14:nvContentPartPr>
              <p14:xfrm>
                <a:off x="6012650" y="2694442"/>
                <a:ext cx="107280" cy="173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EA946D-15E1-22F7-7B6C-4F144776ABE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06530" y="2688322"/>
                  <a:ext cx="1195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043C736-B4C3-9F09-525A-BCF44DAE3663}"/>
                    </a:ext>
                  </a:extLst>
                </p14:cNvPr>
                <p14:cNvContentPartPr/>
                <p14:nvPr/>
              </p14:nvContentPartPr>
              <p14:xfrm>
                <a:off x="6147650" y="2699482"/>
                <a:ext cx="76680" cy="153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043C736-B4C3-9F09-525A-BCF44DAE366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141530" y="2693362"/>
                  <a:ext cx="88920" cy="165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78655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A2E848-4889-8466-529D-15251E4217F4}"/>
              </a:ext>
            </a:extLst>
          </p:cNvPr>
          <p:cNvSpPr/>
          <p:nvPr/>
        </p:nvSpPr>
        <p:spPr>
          <a:xfrm>
            <a:off x="7422251" y="1862031"/>
            <a:ext cx="4389120" cy="530352"/>
          </a:xfrm>
          <a:prstGeom prst="rect">
            <a:avLst/>
          </a:prstGeom>
          <a:solidFill>
            <a:srgbClr val="3A3A6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B9B2A-D21F-5FC3-2041-EB87E27A17CE}"/>
              </a:ext>
            </a:extLst>
          </p:cNvPr>
          <p:cNvSpPr txBox="1"/>
          <p:nvPr/>
        </p:nvSpPr>
        <p:spPr>
          <a:xfrm>
            <a:off x="7422251" y="1862031"/>
            <a:ext cx="43891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TreeNode&lt;NODETYPE&gt;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652074-4ADB-71BE-C1D4-1A3CB7760296}"/>
              </a:ext>
            </a:extLst>
          </p:cNvPr>
          <p:cNvSpPr/>
          <p:nvPr/>
        </p:nvSpPr>
        <p:spPr>
          <a:xfrm>
            <a:off x="7422251" y="2392383"/>
            <a:ext cx="4389120" cy="347472"/>
          </a:xfrm>
          <a:prstGeom prst="rect">
            <a:avLst/>
          </a:prstGeom>
          <a:solidFill>
            <a:srgbClr val="2A2A45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6FA4AB-A046-7314-7C3D-F54E21B8B2F9}"/>
              </a:ext>
            </a:extLst>
          </p:cNvPr>
          <p:cNvSpPr txBox="1"/>
          <p:nvPr/>
        </p:nvSpPr>
        <p:spPr>
          <a:xfrm>
            <a:off x="7422251" y="2392383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FFCC66"/>
                </a:solidFill>
              </a:rPr>
              <a:t>«friend»  Tree&lt;NODETYPE&gt;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52F7F2-C07B-2FB0-333A-EEAA86F86374}"/>
              </a:ext>
            </a:extLst>
          </p:cNvPr>
          <p:cNvSpPr/>
          <p:nvPr/>
        </p:nvSpPr>
        <p:spPr>
          <a:xfrm>
            <a:off x="7422251" y="2739855"/>
            <a:ext cx="4389120" cy="932688"/>
          </a:xfrm>
          <a:prstGeom prst="rect">
            <a:avLst/>
          </a:prstGeom>
          <a:solidFill>
            <a:srgbClr val="22223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1D5D1B-FFB9-9991-A0D9-85B53CAD88FA}"/>
              </a:ext>
            </a:extLst>
          </p:cNvPr>
          <p:cNvSpPr txBox="1"/>
          <p:nvPr/>
        </p:nvSpPr>
        <p:spPr>
          <a:xfrm>
            <a:off x="7623419" y="2767287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CFF8C"/>
                </a:solidFill>
              </a:rPr>
              <a:t>+ Public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381CD-431E-FC59-575F-48D123585F63}"/>
              </a:ext>
            </a:extLst>
          </p:cNvPr>
          <p:cNvSpPr txBox="1"/>
          <p:nvPr/>
        </p:nvSpPr>
        <p:spPr>
          <a:xfrm>
            <a:off x="7623419" y="3050751"/>
            <a:ext cx="41879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TreeNode(const NODETYPE&amp; value)  : constructor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886325-972B-9AB8-238F-1F37C5E29954}"/>
              </a:ext>
            </a:extLst>
          </p:cNvPr>
          <p:cNvSpPr txBox="1"/>
          <p:nvPr/>
        </p:nvSpPr>
        <p:spPr>
          <a:xfrm>
            <a:off x="7623419" y="3361647"/>
            <a:ext cx="41879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getData() : NODETYPE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39F548-C07A-9357-F51B-29F1B9F1D320}"/>
              </a:ext>
            </a:extLst>
          </p:cNvPr>
          <p:cNvSpPr/>
          <p:nvPr/>
        </p:nvSpPr>
        <p:spPr>
          <a:xfrm>
            <a:off x="7422251" y="3672543"/>
            <a:ext cx="4389120" cy="1243584"/>
          </a:xfrm>
          <a:prstGeom prst="rect">
            <a:avLst/>
          </a:prstGeom>
          <a:solidFill>
            <a:srgbClr val="1A1A30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10424B-30B5-BF2C-DB2D-74D13361E6AD}"/>
              </a:ext>
            </a:extLst>
          </p:cNvPr>
          <p:cNvSpPr txBox="1"/>
          <p:nvPr/>
        </p:nvSpPr>
        <p:spPr>
          <a:xfrm>
            <a:off x="7623419" y="3699975"/>
            <a:ext cx="4389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- Private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C85EA0-4085-7C8D-385A-CAF08E804D95}"/>
              </a:ext>
            </a:extLst>
          </p:cNvPr>
          <p:cNvSpPr txBox="1"/>
          <p:nvPr/>
        </p:nvSpPr>
        <p:spPr>
          <a:xfrm>
            <a:off x="7623419" y="3983439"/>
            <a:ext cx="41879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leftPtr  : TreeNode&lt;NODETYPE&gt;*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19BCF8-C33C-2B60-6EC5-743321668869}"/>
              </a:ext>
            </a:extLst>
          </p:cNvPr>
          <p:cNvSpPr txBox="1"/>
          <p:nvPr/>
        </p:nvSpPr>
        <p:spPr>
          <a:xfrm>
            <a:off x="7623419" y="4294335"/>
            <a:ext cx="41879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data     : NODETYPE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EB013C-AC66-0191-8228-66004B10ACCE}"/>
              </a:ext>
            </a:extLst>
          </p:cNvPr>
          <p:cNvSpPr txBox="1"/>
          <p:nvPr/>
        </p:nvSpPr>
        <p:spPr>
          <a:xfrm>
            <a:off x="7623419" y="4605231"/>
            <a:ext cx="41879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rightPtr : TreeNode&lt;NODETYPE&gt;*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D6FF5A-AC6C-67AE-4109-534764E9D42A}"/>
              </a:ext>
            </a:extLst>
          </p:cNvPr>
          <p:cNvSpPr txBox="1"/>
          <p:nvPr/>
        </p:nvSpPr>
        <p:spPr>
          <a:xfrm>
            <a:off x="4779660" y="73152"/>
            <a:ext cx="262963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rgbClr val="9BA8FF"/>
                </a:solidFill>
              </a:rPr>
              <a:t>UML Class Diagrams  —  </a:t>
            </a:r>
            <a:r>
              <a:rPr sz="1300" b="1" i="0" dirty="0" err="1">
                <a:solidFill>
                  <a:srgbClr val="9BA8FF"/>
                </a:solidFill>
              </a:rPr>
              <a:t>TreeNode</a:t>
            </a:r>
            <a:r>
              <a:rPr sz="1300" b="1" i="0" dirty="0">
                <a:solidFill>
                  <a:srgbClr val="9BA8FF"/>
                </a:solidFill>
              </a:rPr>
              <a:t>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A708EB-1A90-2C9F-9556-476D19874457}"/>
              </a:ext>
            </a:extLst>
          </p:cNvPr>
          <p:cNvSpPr txBox="1"/>
          <p:nvPr/>
        </p:nvSpPr>
        <p:spPr>
          <a:xfrm>
            <a:off x="463463" y="300625"/>
            <a:ext cx="4172489" cy="60016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#</a:t>
            </a:r>
            <a:r>
              <a:rPr lang="en-US" sz="1600" dirty="0" err="1"/>
              <a:t>ifndef</a:t>
            </a:r>
            <a:r>
              <a:rPr lang="en-US" sz="1600" dirty="0"/>
              <a:t> TREENODE_H</a:t>
            </a:r>
          </a:p>
          <a:p>
            <a:r>
              <a:rPr lang="en-US" sz="1600" dirty="0"/>
              <a:t>#define TREENODE_H</a:t>
            </a:r>
          </a:p>
          <a:p>
            <a:endParaRPr lang="en-US" sz="1600" dirty="0"/>
          </a:p>
          <a:p>
            <a:r>
              <a:rPr lang="en-US" sz="1600" dirty="0"/>
              <a:t>//</a:t>
            </a:r>
            <a:r>
              <a:rPr lang="en-US" sz="1600" dirty="0" err="1"/>
              <a:t>foward</a:t>
            </a:r>
            <a:r>
              <a:rPr lang="en-US" sz="1600" dirty="0"/>
              <a:t> declaration of class Tree</a:t>
            </a:r>
          </a:p>
          <a:p>
            <a:r>
              <a:rPr lang="en-US" sz="1600" dirty="0"/>
              <a:t>template&lt;</a:t>
            </a:r>
            <a:r>
              <a:rPr lang="en-US" sz="1600" dirty="0" err="1"/>
              <a:t>typename</a:t>
            </a:r>
            <a:r>
              <a:rPr lang="en-US" sz="1600" dirty="0"/>
              <a:t> NODETYPE&gt; class Tree;</a:t>
            </a:r>
          </a:p>
          <a:p>
            <a:endParaRPr lang="en-US" sz="1600" dirty="0"/>
          </a:p>
          <a:p>
            <a:r>
              <a:rPr lang="en-US" sz="1600" dirty="0"/>
              <a:t>template&lt;</a:t>
            </a:r>
            <a:r>
              <a:rPr lang="en-US" sz="1600" dirty="0" err="1"/>
              <a:t>typename</a:t>
            </a:r>
            <a:r>
              <a:rPr lang="en-US" sz="1600" dirty="0"/>
              <a:t> NODETYPE&gt;</a:t>
            </a:r>
          </a:p>
          <a:p>
            <a:r>
              <a:rPr lang="en-US" sz="1600" dirty="0"/>
              <a:t>class </a:t>
            </a:r>
            <a:r>
              <a:rPr lang="en-US" sz="1600" dirty="0" err="1"/>
              <a:t>TreeNode</a:t>
            </a:r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//Declaring class Tree as a friend of </a:t>
            </a:r>
            <a:r>
              <a:rPr lang="en-US" sz="1600" dirty="0" err="1"/>
              <a:t>TreeNode</a:t>
            </a:r>
            <a:endParaRPr lang="en-US" sz="1600" dirty="0"/>
          </a:p>
          <a:p>
            <a:r>
              <a:rPr lang="en-US" sz="1600" dirty="0"/>
              <a:t>friend class Tree&lt;NODETYPE&gt;;</a:t>
            </a:r>
          </a:p>
          <a:p>
            <a:r>
              <a:rPr lang="en-US" sz="1600" dirty="0"/>
              <a:t>public:</a:t>
            </a:r>
          </a:p>
          <a:p>
            <a:endParaRPr lang="en-US" sz="1600" dirty="0"/>
          </a:p>
          <a:p>
            <a:r>
              <a:rPr lang="en-US" sz="1600" dirty="0" err="1"/>
              <a:t>TreeNode</a:t>
            </a:r>
            <a:r>
              <a:rPr lang="en-US" sz="1600" dirty="0"/>
              <a:t>(const NODETYPE &amp;value);</a:t>
            </a:r>
          </a:p>
          <a:p>
            <a:endParaRPr lang="en-US" sz="1600" dirty="0"/>
          </a:p>
          <a:p>
            <a:r>
              <a:rPr lang="en-US" sz="1600" dirty="0"/>
              <a:t>NODETYPE </a:t>
            </a:r>
            <a:r>
              <a:rPr lang="en-US" sz="1600" dirty="0" err="1"/>
              <a:t>getData</a:t>
            </a:r>
            <a:r>
              <a:rPr lang="en-US" sz="1600" dirty="0"/>
              <a:t>() const;</a:t>
            </a:r>
          </a:p>
          <a:p>
            <a:endParaRPr lang="en-US" sz="1600" dirty="0"/>
          </a:p>
          <a:p>
            <a:r>
              <a:rPr lang="en-US" sz="1600" dirty="0"/>
              <a:t>private:</a:t>
            </a:r>
          </a:p>
          <a:p>
            <a:r>
              <a:rPr lang="en-US" sz="1600" dirty="0" err="1"/>
              <a:t>TreeNode</a:t>
            </a:r>
            <a:r>
              <a:rPr lang="en-US" sz="1600" dirty="0"/>
              <a:t>&lt;NODETYPE&gt; *</a:t>
            </a:r>
            <a:r>
              <a:rPr lang="en-US" sz="1600" dirty="0" err="1"/>
              <a:t>leftPtr</a:t>
            </a:r>
            <a:r>
              <a:rPr lang="en-US" sz="1600" dirty="0"/>
              <a:t>;</a:t>
            </a:r>
          </a:p>
          <a:p>
            <a:r>
              <a:rPr lang="en-US" sz="1600" dirty="0"/>
              <a:t>NODETYPE data;</a:t>
            </a:r>
          </a:p>
          <a:p>
            <a:r>
              <a:rPr lang="en-US" sz="1600" dirty="0" err="1"/>
              <a:t>TreeNode</a:t>
            </a:r>
            <a:r>
              <a:rPr lang="en-US" sz="1600" dirty="0"/>
              <a:t>&lt;NODETYPE&gt; *</a:t>
            </a:r>
            <a:r>
              <a:rPr lang="en-US" sz="1600" dirty="0" err="1"/>
              <a:t>rightPtr</a:t>
            </a:r>
            <a:r>
              <a:rPr lang="en-US" sz="1600" dirty="0"/>
              <a:t>;</a:t>
            </a:r>
          </a:p>
          <a:p>
            <a:r>
              <a:rPr lang="en-US" sz="1600" dirty="0"/>
              <a:t>};</a:t>
            </a:r>
          </a:p>
          <a:p>
            <a:r>
              <a:rPr lang="en-US" sz="1600" dirty="0"/>
              <a:t>#include "</a:t>
            </a:r>
            <a:r>
              <a:rPr lang="en-US" sz="1600" dirty="0" err="1"/>
              <a:t>Node.cpp</a:t>
            </a:r>
            <a:r>
              <a:rPr lang="en-US" sz="1600" dirty="0"/>
              <a:t>"</a:t>
            </a:r>
          </a:p>
          <a:p>
            <a:r>
              <a:rPr lang="en-US" sz="1600" dirty="0"/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1746363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04881" y="73152"/>
            <a:ext cx="217918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rgbClr val="9BA8FF"/>
                </a:solidFill>
              </a:rPr>
              <a:t>UML Class Diagrams  —  Tree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4412" y="731520"/>
            <a:ext cx="6035040" cy="530352"/>
          </a:xfrm>
          <a:prstGeom prst="rect">
            <a:avLst/>
          </a:prstGeom>
          <a:solidFill>
            <a:srgbClr val="3A3A6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4412" y="731520"/>
            <a:ext cx="60350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Tree&lt;NODETYPE&gt;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4412" y="1261872"/>
            <a:ext cx="6035040" cy="2487168"/>
          </a:xfrm>
          <a:prstGeom prst="rect">
            <a:avLst/>
          </a:prstGeom>
          <a:solidFill>
            <a:srgbClr val="22223A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5580" y="1289304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7CFF8C"/>
                </a:solidFill>
              </a:rPr>
              <a:t>+ Public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5580" y="1572768"/>
            <a:ext cx="58338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Tree()  : constructor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5580" y="1883664"/>
            <a:ext cx="58338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Tree(const TreeNode&lt;NODETYPE&gt;&amp; other)  : copy constructor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5580" y="2194560"/>
            <a:ext cx="58338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insertNode(const NODETYPE&amp;) : void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5580" y="2505456"/>
            <a:ext cx="202010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preOrderTraversal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 </a:t>
            </a:r>
            <a:r>
              <a:rPr sz="1000" b="0" i="0" dirty="0">
                <a:solidFill>
                  <a:srgbClr val="DDDDFF"/>
                </a:solidFill>
              </a:rPr>
              <a:t>: void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5580" y="2816352"/>
            <a:ext cx="19335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inOrderTraversal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</a:t>
            </a:r>
            <a:r>
              <a:rPr sz="1000" b="0" i="0" dirty="0">
                <a:solidFill>
                  <a:srgbClr val="DDDDFF"/>
                </a:solidFill>
              </a:rPr>
              <a:t> : void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5580" y="3127248"/>
            <a:ext cx="207620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+ </a:t>
            </a:r>
            <a:r>
              <a:rPr sz="1000" b="0" i="0" dirty="0" err="1">
                <a:solidFill>
                  <a:srgbClr val="DDDDFF"/>
                </a:solidFill>
              </a:rPr>
              <a:t>postOrderTraversal</a:t>
            </a:r>
            <a:r>
              <a:rPr sz="1000" b="0" i="0" dirty="0">
                <a:solidFill>
                  <a:srgbClr val="DDDDFF"/>
                </a:solidFill>
              </a:rPr>
              <a:t>()</a:t>
            </a:r>
            <a:r>
              <a:rPr lang="en-US" sz="1000" b="0" i="0" dirty="0">
                <a:solidFill>
                  <a:srgbClr val="DDDDFF"/>
                </a:solidFill>
              </a:rPr>
              <a:t>const </a:t>
            </a:r>
            <a:r>
              <a:rPr sz="1000" b="0" i="0" dirty="0">
                <a:solidFill>
                  <a:srgbClr val="DDDDFF"/>
                </a:solidFill>
              </a:rPr>
              <a:t>: void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5580" y="3438144"/>
            <a:ext cx="58338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+ ~Tree()  : destructor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4412" y="3749040"/>
            <a:ext cx="6035040" cy="2487168"/>
          </a:xfrm>
          <a:prstGeom prst="rect">
            <a:avLst/>
          </a:prstGeom>
          <a:solidFill>
            <a:srgbClr val="1A1A30"/>
          </a:solidFill>
          <a:ln w="19050">
            <a:solidFill>
              <a:srgbClr val="7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95580" y="3776472"/>
            <a:ext cx="6035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FF6B6B"/>
                </a:solidFill>
              </a:rPr>
              <a:t>- Private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5580" y="4059936"/>
            <a:ext cx="58338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rootPtr : TreeNode&lt;NODETYPE&gt;*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5580" y="4370832"/>
            <a:ext cx="479490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- </a:t>
            </a:r>
            <a:r>
              <a:rPr sz="1000" b="0" i="0" dirty="0" err="1">
                <a:solidFill>
                  <a:srgbClr val="DDDDFF"/>
                </a:solidFill>
              </a:rPr>
              <a:t>copyTree</a:t>
            </a:r>
            <a:r>
              <a:rPr sz="1000" b="0" i="0" dirty="0">
                <a:solidFill>
                  <a:srgbClr val="DDDDFF"/>
                </a:solidFill>
              </a:rPr>
              <a:t>(const </a:t>
            </a:r>
            <a:r>
              <a:rPr sz="1000" b="0" i="0" dirty="0" err="1">
                <a:solidFill>
                  <a:srgbClr val="DDDDFF"/>
                </a:solidFill>
              </a:rPr>
              <a:t>TreeNode</a:t>
            </a:r>
            <a:r>
              <a:rPr sz="1000" b="0" i="0" dirty="0">
                <a:solidFill>
                  <a:srgbClr val="DDDDFF"/>
                </a:solidFill>
              </a:rPr>
              <a:t>&lt;NODETYPE&gt;* </a:t>
            </a:r>
            <a:r>
              <a:rPr sz="1000" b="0" i="0" dirty="0" err="1">
                <a:solidFill>
                  <a:srgbClr val="DDDDFF"/>
                </a:solidFill>
              </a:rPr>
              <a:t>s</a:t>
            </a:r>
            <a:r>
              <a:rPr lang="en-US" sz="1000" b="0" i="0" dirty="0" err="1">
                <a:solidFill>
                  <a:srgbClr val="DDDDFF"/>
                </a:solidFill>
              </a:rPr>
              <a:t>ourceNode</a:t>
            </a:r>
            <a:r>
              <a:rPr sz="1000" b="0" i="0" dirty="0">
                <a:solidFill>
                  <a:srgbClr val="DDDDFF"/>
                </a:solidFill>
              </a:rPr>
              <a:t>) : </a:t>
            </a:r>
            <a:r>
              <a:rPr sz="1000" b="0" i="0" dirty="0" err="1">
                <a:solidFill>
                  <a:srgbClr val="DDDDFF"/>
                </a:solidFill>
              </a:rPr>
              <a:t>TreeNode</a:t>
            </a:r>
            <a:r>
              <a:rPr sz="1000" b="0" i="0" dirty="0">
                <a:solidFill>
                  <a:srgbClr val="DDDDFF"/>
                </a:solidFill>
              </a:rPr>
              <a:t>&lt;NODETYPE&gt;*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5580" y="4681728"/>
            <a:ext cx="58338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- </a:t>
            </a:r>
            <a:r>
              <a:rPr sz="1000" b="0" i="0" dirty="0" err="1">
                <a:solidFill>
                  <a:srgbClr val="DDDDFF"/>
                </a:solidFill>
              </a:rPr>
              <a:t>insertNodeHelper</a:t>
            </a:r>
            <a:r>
              <a:rPr sz="1000" b="0" i="0" dirty="0">
                <a:solidFill>
                  <a:srgbClr val="DDDDFF"/>
                </a:solidFill>
              </a:rPr>
              <a:t>(</a:t>
            </a:r>
            <a:r>
              <a:rPr sz="1000" b="0" i="0" dirty="0" err="1">
                <a:solidFill>
                  <a:srgbClr val="DDDDFF"/>
                </a:solidFill>
              </a:rPr>
              <a:t>TreeNode</a:t>
            </a:r>
            <a:r>
              <a:rPr sz="1000" b="0" i="0" dirty="0">
                <a:solidFill>
                  <a:srgbClr val="DDDDFF"/>
                </a:solidFill>
              </a:rPr>
              <a:t>&lt;NODETYPE&gt;**, const NODETYPE&amp;) : void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5580" y="4992624"/>
            <a:ext cx="374814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- </a:t>
            </a:r>
            <a:r>
              <a:rPr sz="1000" b="0" i="0" dirty="0" err="1">
                <a:solidFill>
                  <a:srgbClr val="DDDDFF"/>
                </a:solidFill>
              </a:rPr>
              <a:t>preOrderTraversalHelper</a:t>
            </a:r>
            <a:r>
              <a:rPr sz="1000" b="0" i="0" dirty="0">
                <a:solidFill>
                  <a:srgbClr val="DDDDFF"/>
                </a:solidFill>
              </a:rPr>
              <a:t>(</a:t>
            </a:r>
            <a:r>
              <a:rPr sz="1000" b="0" i="0" dirty="0" err="1">
                <a:solidFill>
                  <a:srgbClr val="DDDDFF"/>
                </a:solidFill>
              </a:rPr>
              <a:t>TreeNode</a:t>
            </a:r>
            <a:r>
              <a:rPr sz="1000" b="0" i="0" dirty="0">
                <a:solidFill>
                  <a:srgbClr val="DDDDFF"/>
                </a:solidFill>
              </a:rPr>
              <a:t>&lt;NODETYPE&gt;*)</a:t>
            </a:r>
            <a:r>
              <a:rPr lang="en-US" sz="1000" b="0" i="0" dirty="0">
                <a:solidFill>
                  <a:srgbClr val="DDDDFF"/>
                </a:solidFill>
              </a:rPr>
              <a:t>const</a:t>
            </a:r>
            <a:r>
              <a:rPr sz="1000" b="0" i="0" dirty="0">
                <a:solidFill>
                  <a:srgbClr val="DDDDFF"/>
                </a:solidFill>
              </a:rPr>
              <a:t> : void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5580" y="5303520"/>
            <a:ext cx="366158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- </a:t>
            </a:r>
            <a:r>
              <a:rPr sz="1000" b="0" i="0" dirty="0" err="1">
                <a:solidFill>
                  <a:srgbClr val="DDDDFF"/>
                </a:solidFill>
              </a:rPr>
              <a:t>inOrderTraversalHelper</a:t>
            </a:r>
            <a:r>
              <a:rPr sz="1000" b="0" i="0" dirty="0">
                <a:solidFill>
                  <a:srgbClr val="DDDDFF"/>
                </a:solidFill>
              </a:rPr>
              <a:t>(</a:t>
            </a:r>
            <a:r>
              <a:rPr sz="1000" b="0" i="0" dirty="0" err="1">
                <a:solidFill>
                  <a:srgbClr val="DDDDFF"/>
                </a:solidFill>
              </a:rPr>
              <a:t>TreeNode</a:t>
            </a:r>
            <a:r>
              <a:rPr sz="1000" b="0" i="0" dirty="0">
                <a:solidFill>
                  <a:srgbClr val="DDDDFF"/>
                </a:solidFill>
              </a:rPr>
              <a:t>&lt;NODETYPE&gt;*)</a:t>
            </a:r>
            <a:r>
              <a:rPr lang="en-US" sz="1000" b="0" i="0" dirty="0">
                <a:solidFill>
                  <a:srgbClr val="DDDDFF"/>
                </a:solidFill>
              </a:rPr>
              <a:t>const</a:t>
            </a:r>
            <a:r>
              <a:rPr sz="1000" b="0" i="0" dirty="0">
                <a:solidFill>
                  <a:srgbClr val="DDDDFF"/>
                </a:solidFill>
              </a:rPr>
              <a:t> : void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5580" y="5614416"/>
            <a:ext cx="377058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 dirty="0">
                <a:solidFill>
                  <a:srgbClr val="DDDDFF"/>
                </a:solidFill>
              </a:rPr>
              <a:t>- </a:t>
            </a:r>
            <a:r>
              <a:rPr sz="1000" b="0" i="0" dirty="0" err="1">
                <a:solidFill>
                  <a:srgbClr val="DDDDFF"/>
                </a:solidFill>
              </a:rPr>
              <a:t>postOrderTraversalHelper</a:t>
            </a:r>
            <a:r>
              <a:rPr sz="1000" b="0" i="0" dirty="0">
                <a:solidFill>
                  <a:srgbClr val="DDDDFF"/>
                </a:solidFill>
              </a:rPr>
              <a:t>(</a:t>
            </a:r>
            <a:r>
              <a:rPr sz="1000" b="0" i="0" dirty="0" err="1">
                <a:solidFill>
                  <a:srgbClr val="DDDDFF"/>
                </a:solidFill>
              </a:rPr>
              <a:t>TreeNode</a:t>
            </a:r>
            <a:r>
              <a:rPr sz="1000" b="0" i="0" dirty="0">
                <a:solidFill>
                  <a:srgbClr val="DDDDFF"/>
                </a:solidFill>
              </a:rPr>
              <a:t>&lt;NODETYPE&gt;*)</a:t>
            </a:r>
            <a:r>
              <a:rPr lang="en-US" sz="1000" b="0" i="0" dirty="0">
                <a:solidFill>
                  <a:srgbClr val="DDDDFF"/>
                </a:solidFill>
              </a:rPr>
              <a:t>const </a:t>
            </a:r>
            <a:r>
              <a:rPr sz="1000" b="0" i="0" dirty="0">
                <a:solidFill>
                  <a:srgbClr val="DDDDFF"/>
                </a:solidFill>
              </a:rPr>
              <a:t>: void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5580" y="5925312"/>
            <a:ext cx="583387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DDDDFF"/>
                </a:solidFill>
              </a:rPr>
              <a:t>- clearTree(TreeNode&lt;NODETYPE&gt;* node) : void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78474EA-AACF-2EA7-8099-49FA4C78F5A5}"/>
              </a:ext>
            </a:extLst>
          </p:cNvPr>
          <p:cNvSpPr txBox="1"/>
          <p:nvPr/>
        </p:nvSpPr>
        <p:spPr>
          <a:xfrm>
            <a:off x="59373" y="0"/>
            <a:ext cx="5524205" cy="69249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#</a:t>
            </a:r>
            <a:r>
              <a:rPr lang="en-US" sz="1200" dirty="0" err="1"/>
              <a:t>ifndef</a:t>
            </a:r>
            <a:r>
              <a:rPr lang="en-US" sz="1200" dirty="0"/>
              <a:t> TREE_H</a:t>
            </a:r>
          </a:p>
          <a:p>
            <a:r>
              <a:rPr lang="en-US" sz="1200" dirty="0"/>
              <a:t>#define TREE_H</a:t>
            </a:r>
          </a:p>
          <a:p>
            <a:endParaRPr lang="en-US" sz="1200" dirty="0"/>
          </a:p>
          <a:p>
            <a:r>
              <a:rPr lang="en-US" sz="1200" dirty="0"/>
              <a:t>#include "</a:t>
            </a:r>
            <a:r>
              <a:rPr lang="en-US" sz="1200" dirty="0" err="1"/>
              <a:t>Node.h</a:t>
            </a:r>
            <a:r>
              <a:rPr lang="en-US" sz="1200" dirty="0"/>
              <a:t>"</a:t>
            </a:r>
          </a:p>
          <a:p>
            <a:r>
              <a:rPr lang="en-US" sz="1200" dirty="0"/>
              <a:t>#include &lt;</a:t>
            </a:r>
            <a:r>
              <a:rPr lang="en-US" sz="1200" dirty="0" err="1"/>
              <a:t>stdexcept</a:t>
            </a:r>
            <a:r>
              <a:rPr lang="en-US" sz="1200" dirty="0"/>
              <a:t>&gt;</a:t>
            </a:r>
          </a:p>
          <a:p>
            <a:r>
              <a:rPr lang="en-US" sz="1200" dirty="0"/>
              <a:t>#include &lt;</a:t>
            </a:r>
            <a:r>
              <a:rPr lang="en-US" sz="1200" dirty="0" err="1"/>
              <a:t>type_traits</a:t>
            </a:r>
            <a:r>
              <a:rPr lang="en-US" sz="1200" dirty="0"/>
              <a:t>&gt;</a:t>
            </a:r>
          </a:p>
          <a:p>
            <a:r>
              <a:rPr lang="en-US" sz="1200" dirty="0"/>
              <a:t>#include &lt;string&gt;</a:t>
            </a:r>
          </a:p>
          <a:p>
            <a:endParaRPr lang="en-US" sz="1200" dirty="0"/>
          </a:p>
          <a:p>
            <a:r>
              <a:rPr lang="en-US" sz="1200" dirty="0"/>
              <a:t>template&lt;</a:t>
            </a:r>
            <a:r>
              <a:rPr lang="en-US" sz="1200" dirty="0" err="1"/>
              <a:t>typename</a:t>
            </a:r>
            <a:r>
              <a:rPr lang="en-US" sz="1200" dirty="0"/>
              <a:t> NODETYPE&gt;</a:t>
            </a:r>
          </a:p>
          <a:p>
            <a:r>
              <a:rPr lang="en-US" sz="1200" dirty="0"/>
              <a:t>class Tree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public:</a:t>
            </a:r>
          </a:p>
          <a:p>
            <a:r>
              <a:rPr lang="en-US" sz="1200" dirty="0"/>
              <a:t>//constructor</a:t>
            </a:r>
          </a:p>
          <a:p>
            <a:r>
              <a:rPr lang="en-US" sz="1200" dirty="0"/>
              <a:t>Tree();</a:t>
            </a:r>
          </a:p>
          <a:p>
            <a:r>
              <a:rPr lang="en-US" sz="1200" dirty="0"/>
              <a:t>//copy constructor</a:t>
            </a:r>
          </a:p>
          <a:p>
            <a:r>
              <a:rPr lang="en-US" sz="1200" dirty="0"/>
              <a:t>Tree(const </a:t>
            </a:r>
            <a:r>
              <a:rPr lang="en-US" sz="1200" dirty="0" err="1"/>
              <a:t>TreeNode</a:t>
            </a:r>
            <a:r>
              <a:rPr lang="en-US" sz="1200" dirty="0"/>
              <a:t>&lt;NODETYPE&gt; &amp;other);</a:t>
            </a:r>
          </a:p>
          <a:p>
            <a:endParaRPr lang="en-US" sz="1200" dirty="0"/>
          </a:p>
          <a:p>
            <a:r>
              <a:rPr lang="en-US" sz="1200" dirty="0"/>
              <a:t>void </a:t>
            </a:r>
            <a:r>
              <a:rPr lang="en-US" sz="1200" dirty="0" err="1"/>
              <a:t>insertNode</a:t>
            </a:r>
            <a:r>
              <a:rPr lang="en-US" sz="1200" dirty="0"/>
              <a:t>(const NODETYPE &amp;);</a:t>
            </a:r>
          </a:p>
          <a:p>
            <a:r>
              <a:rPr lang="en-US" sz="1200" dirty="0"/>
              <a:t>void </a:t>
            </a:r>
            <a:r>
              <a:rPr lang="en-US" sz="1200" dirty="0" err="1"/>
              <a:t>preOrderTraversal</a:t>
            </a:r>
            <a:r>
              <a:rPr lang="en-US" sz="1200" dirty="0"/>
              <a:t>()const;</a:t>
            </a:r>
          </a:p>
          <a:p>
            <a:r>
              <a:rPr lang="en-US" sz="1200" dirty="0"/>
              <a:t>void </a:t>
            </a:r>
            <a:r>
              <a:rPr lang="en-US" sz="1200" dirty="0" err="1"/>
              <a:t>inOrderTraversal</a:t>
            </a:r>
            <a:r>
              <a:rPr lang="en-US" sz="1200" dirty="0"/>
              <a:t>()const;</a:t>
            </a:r>
          </a:p>
          <a:p>
            <a:r>
              <a:rPr lang="en-US" sz="1200" dirty="0"/>
              <a:t>void </a:t>
            </a:r>
            <a:r>
              <a:rPr lang="en-US" sz="1200" dirty="0" err="1"/>
              <a:t>postOrderTraversal</a:t>
            </a:r>
            <a:r>
              <a:rPr lang="en-US" sz="1200" dirty="0"/>
              <a:t>()const;</a:t>
            </a:r>
          </a:p>
          <a:p>
            <a:endParaRPr lang="en-US" sz="1200" dirty="0"/>
          </a:p>
          <a:p>
            <a:r>
              <a:rPr lang="en-US" sz="1200" dirty="0"/>
              <a:t>//Destructor</a:t>
            </a:r>
          </a:p>
          <a:p>
            <a:r>
              <a:rPr lang="en-US" sz="1200" dirty="0"/>
              <a:t>~Tree();</a:t>
            </a:r>
          </a:p>
          <a:p>
            <a:r>
              <a:rPr lang="en-US" sz="1200" dirty="0"/>
              <a:t>private:</a:t>
            </a:r>
          </a:p>
          <a:p>
            <a:r>
              <a:rPr lang="en-US" sz="1200" dirty="0" err="1"/>
              <a:t>TreeNode</a:t>
            </a:r>
            <a:r>
              <a:rPr lang="en-US" sz="1200" dirty="0"/>
              <a:t>&lt;NODETYPE&gt; *</a:t>
            </a:r>
            <a:r>
              <a:rPr lang="en-US" sz="1200" dirty="0" err="1"/>
              <a:t>rootPtr</a:t>
            </a:r>
            <a:r>
              <a:rPr lang="en-US" sz="1200" dirty="0"/>
              <a:t>;</a:t>
            </a:r>
          </a:p>
          <a:p>
            <a:r>
              <a:rPr lang="en-US" sz="1200" dirty="0" err="1"/>
              <a:t>TreeNode</a:t>
            </a:r>
            <a:r>
              <a:rPr lang="en-US" sz="1200" dirty="0"/>
              <a:t>&lt;NODETYPE&gt;* </a:t>
            </a:r>
            <a:r>
              <a:rPr lang="en-US" sz="1200" dirty="0" err="1"/>
              <a:t>copyTree</a:t>
            </a:r>
            <a:r>
              <a:rPr lang="en-US" sz="1200" dirty="0"/>
              <a:t>(const </a:t>
            </a:r>
            <a:r>
              <a:rPr lang="en-US" sz="1200" dirty="0" err="1"/>
              <a:t>TreeNode</a:t>
            </a:r>
            <a:r>
              <a:rPr lang="en-US" sz="1200" dirty="0"/>
              <a:t>&lt;NODETYPE&gt; *</a:t>
            </a:r>
            <a:r>
              <a:rPr lang="en-US" sz="1200" dirty="0" err="1"/>
              <a:t>sourceNode</a:t>
            </a:r>
            <a:r>
              <a:rPr lang="en-US" sz="1200" dirty="0"/>
              <a:t>);</a:t>
            </a:r>
          </a:p>
          <a:p>
            <a:endParaRPr lang="en-US" sz="1200" dirty="0"/>
          </a:p>
          <a:p>
            <a:r>
              <a:rPr lang="en-US" sz="1200" dirty="0"/>
              <a:t>void </a:t>
            </a:r>
            <a:r>
              <a:rPr lang="en-US" sz="1200" dirty="0" err="1"/>
              <a:t>insertNodeHelper</a:t>
            </a:r>
            <a:r>
              <a:rPr lang="en-US" sz="1200" dirty="0"/>
              <a:t>(</a:t>
            </a:r>
            <a:r>
              <a:rPr lang="en-US" sz="1200" dirty="0" err="1"/>
              <a:t>TreeNode</a:t>
            </a:r>
            <a:r>
              <a:rPr lang="en-US" sz="1200" dirty="0"/>
              <a:t>&lt;NODETYPE&gt; **, const NODETYPE &amp;);</a:t>
            </a:r>
          </a:p>
          <a:p>
            <a:r>
              <a:rPr lang="en-US" sz="1200" dirty="0"/>
              <a:t>void </a:t>
            </a:r>
            <a:r>
              <a:rPr lang="en-US" sz="1200" dirty="0" err="1"/>
              <a:t>preOrderTraversalHelper</a:t>
            </a:r>
            <a:r>
              <a:rPr lang="en-US" sz="1200" dirty="0"/>
              <a:t>(</a:t>
            </a:r>
            <a:r>
              <a:rPr lang="en-US" sz="1200" dirty="0" err="1"/>
              <a:t>TreeNode</a:t>
            </a:r>
            <a:r>
              <a:rPr lang="en-US" sz="1200" dirty="0"/>
              <a:t>&lt;NODETYPE&gt; *)const;</a:t>
            </a:r>
          </a:p>
          <a:p>
            <a:r>
              <a:rPr lang="en-US" sz="1200" dirty="0"/>
              <a:t>void </a:t>
            </a:r>
            <a:r>
              <a:rPr lang="en-US" sz="1200" dirty="0" err="1"/>
              <a:t>inOrderTraversalHelper</a:t>
            </a:r>
            <a:r>
              <a:rPr lang="en-US" sz="1200" dirty="0"/>
              <a:t>(</a:t>
            </a:r>
            <a:r>
              <a:rPr lang="en-US" sz="1200" dirty="0" err="1"/>
              <a:t>TreeNode</a:t>
            </a:r>
            <a:r>
              <a:rPr lang="en-US" sz="1200" dirty="0"/>
              <a:t>&lt;NODETYPE&gt; *)const;</a:t>
            </a:r>
          </a:p>
          <a:p>
            <a:r>
              <a:rPr lang="en-US" sz="1200" dirty="0"/>
              <a:t>void </a:t>
            </a:r>
            <a:r>
              <a:rPr lang="en-US" sz="1200" dirty="0" err="1"/>
              <a:t>postOrderTraversalHelper</a:t>
            </a:r>
            <a:r>
              <a:rPr lang="en-US" sz="1200" dirty="0"/>
              <a:t>(</a:t>
            </a:r>
            <a:r>
              <a:rPr lang="en-US" sz="1200" dirty="0" err="1"/>
              <a:t>TreeNode</a:t>
            </a:r>
            <a:r>
              <a:rPr lang="en-US" sz="1200" dirty="0"/>
              <a:t>&lt;NODETYPE&gt; *)const;</a:t>
            </a:r>
          </a:p>
          <a:p>
            <a:r>
              <a:rPr lang="en-US" sz="1200" dirty="0"/>
              <a:t>void </a:t>
            </a:r>
            <a:r>
              <a:rPr lang="en-US" sz="1200" dirty="0" err="1"/>
              <a:t>clearTree</a:t>
            </a:r>
            <a:r>
              <a:rPr lang="en-US" sz="1200" dirty="0"/>
              <a:t>(</a:t>
            </a:r>
            <a:r>
              <a:rPr lang="en-US" sz="1200" dirty="0" err="1"/>
              <a:t>TreeNode</a:t>
            </a:r>
            <a:r>
              <a:rPr lang="en-US" sz="1200" dirty="0"/>
              <a:t>&lt;NODETYPE&gt; *node);</a:t>
            </a:r>
          </a:p>
          <a:p>
            <a:endParaRPr lang="en-US" sz="1200" dirty="0"/>
          </a:p>
          <a:p>
            <a:r>
              <a:rPr lang="en-US" sz="1200" dirty="0"/>
              <a:t>};</a:t>
            </a:r>
          </a:p>
          <a:p>
            <a:r>
              <a:rPr lang="en-US" sz="1200" dirty="0"/>
              <a:t>#include "</a:t>
            </a:r>
            <a:r>
              <a:rPr lang="en-US" sz="1200" dirty="0" err="1"/>
              <a:t>Tree.cpp</a:t>
            </a:r>
            <a:r>
              <a:rPr lang="en-US" sz="1200" dirty="0"/>
              <a:t>"</a:t>
            </a:r>
          </a:p>
          <a:p>
            <a:r>
              <a:rPr lang="en-US" sz="1200" dirty="0"/>
              <a:t>#endif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21</TotalTime>
  <Words>782</Words>
  <Application>Microsoft Macintosh PowerPoint</Application>
  <PresentationFormat>Custom</PresentationFormat>
  <Paragraphs>175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Arial Nova Light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Meyer, Dax</cp:lastModifiedBy>
  <cp:revision>3</cp:revision>
  <dcterms:created xsi:type="dcterms:W3CDTF">2013-01-27T09:14:16Z</dcterms:created>
  <dcterms:modified xsi:type="dcterms:W3CDTF">2026-09-24T00:42:54Z</dcterms:modified>
  <cp:category/>
</cp:coreProperties>
</file>